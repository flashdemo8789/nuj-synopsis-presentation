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From Prediction to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Structuring Founding Team Decisions in AI-Supported Entrepreneurship</a:t>
            </a:r>
            <a:br/>
            <a:br/>
            <a:r>
              <a:t>Mr. Syed Faraaz | PhD Synopsis | Nirwan University Jaipur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9144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9056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i="1">
                <a:solidFill>
                  <a:srgbClr val="595959"/>
                </a:solidFill>
              </a:defRPr>
            </a:pPr>
            <a:r>
              <a:t>I've watched founding teams fall apart over a number on a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905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70C0"/>
                </a:solidFill>
              </a:defRPr>
            </a:pPr>
            <a:r>
              <a:t>A score of 74 vs 76 can determine funding access—and team dynamics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Actually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Team scores 74 (one point below threshold):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Everyone starts questioning the inputs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'Should we have said three advisors instead of two?'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Tension, blame, gaming behavior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Team scores 76 (barely above threshold):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Treat it as gospel truth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Ignore warning signs in burn rate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Overconfidence and groupthink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The technology works. It's what happens AFTER that's messy.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Research Context: Flash CAMP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Flash CAMP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Production ML platform for startup assessment: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22 machine learning models (stage &amp; industry-specific)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126 engineered features from 45 inputs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81% prediction accuracy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6,500+ assessed startups with tracked outcomes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CAMP Framework: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Capital: Runway, burn, efficiency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Advantage: Moats, IP, differentiation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Market: TAM/SAM/SOM, timing, growth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People: Team experience, gaps, advisors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Multi-Phase Decision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Phase 1: Assessment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Founder fills detailed forms (30-45 min)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Phase 2: Results Reveal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Overall score → 75+ unlocks funding access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CAMP dimensional breakdown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Phase 3: Strategic Report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50,000-word McKinsey-level analysis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Phase 4: AI Advisor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Conversational AI trained on 10,000+ real cases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Each phase = new decision moment. How teams handle this matters.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9144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</a:defRPr>
            </a:pPr>
            <a:r>
              <a:t>The Natural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9056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i="1">
                <a:solidFill>
                  <a:srgbClr val="595959"/>
                </a:solidFill>
              </a:defRPr>
            </a:pPr>
            <a:r>
              <a:t>Score ≥ 75 = Access to funding networks</a:t>
            </a:r>
            <a:br/>
            <a:r>
              <a:t>Score &lt; 75 = No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905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70C0"/>
                </a:solidFill>
              </a:defRPr>
            </a:pPr>
            <a:r>
              <a:t>This binary gate creates real stakes and fascinating behavioral dynamics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We Don't Know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Literature vs.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What Research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Individual decision-makers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Standardized operational tasks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Single algorithm, single decision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Lab settings with students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Hypothetical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D7D31"/>
                </a:solidFill>
              </a:defRPr>
            </a:pPr>
            <a:r>
              <a:t>What Actually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Founding teams (2-5 people)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Ambiguous strategic decisions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Multi-phase AI engagement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Real stakes (survival, funding)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History, power dynamics, emotions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Critical Unknowns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How do teams actually integrate algorithmic forecasts?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Does structured process help or slow things down?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How do AI 'verdicts' affect team dynamics?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Who speaks up? Who stays quiet?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What happens near threshold points (73-77)?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Does any of this predict venture performance?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Research Questions &amp;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Four Driving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RQ1: Process → How do teams currently structure decisions with AI forecasts?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RQ2: Dynamics → Do structured processes affect psychological safety and voice?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RQ3: Threshold → What happens behaviorally near the 75-point cutoff?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RQ4: Outcomes → Can we link process quality to venture performance?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Structure &amp; Integration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H1: Structured teams show balanced AI integration (not blind trust or rejection)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Team Dynamics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H3: Structure increases psychological safety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H4: Structure increases voice behavior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Threshold Effects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H5: Teams near 75 behave differently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H6: Structure matters MORE when stakes are higher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Performance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H8: Structured process → better venture outcomes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Methodology: Three Phases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I: Qualitative Foundation (Months 1-9)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Purpose: Understand territory before measuring it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Sample: 10-12 ventures using Flash CAMP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Various scores, including 73-77 threshold cases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Data Collection: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Semi-structured interviews (3-4 per venture)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Observation of actual decision meetings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Document analysis (inputs, outputs, memos)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Output: Process typology, preliminary measurement instrument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II: Experimental Test (Months 13-21)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Purpose: Establish causal effects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Design: 2×2 Factorial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Process: Structured vs Unstructured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Threshold: Near (74/76) vs Far (68/82)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Sample: 80 teams (240-320 participants)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Structured Protocol Includes: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Independent pre-judgments before reveal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Divided report analysis (each person = one CAMP dimension)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Required dissent round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AI query logging with collective 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III: Field Study (Months 19-30)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Purpose: Test at scale with real outcomes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Sample: 250-300 teams from Flash database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Data Sources: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Survey: Decision process, psych safety, voice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Archival: 126 features, model predictions, usage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Outcomes: Survival, funding, pivots, score changes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Analysis: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Regression, survival analysis, panel models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Threshold regression discontinuity (74 vs 76)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Propensity score matching for selection bias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Methodological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Triangulation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Phase I: Rich qualitative insight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Phase II: Causal claims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Phase III: Scale + real outcomes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Each phase builds on previous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Can reconcile contradictions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D7D31"/>
                </a:solidFill>
              </a:defRPr>
            </a:pPr>
            <a:r>
              <a:t>Unique 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Real stakes, real teams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Actual outcome tracking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Natural experiment at 75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Multi-phase AI engagement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Production system, not prototype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Expected Contributions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Theoretical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Behavioral Strategy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Team-level process governance (not just individual debiasing)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Organizational Behavior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How AI verdicts affect psychological safety and voice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Entrepreneurship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Evidence-based protocols for AI-supported strategy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Human-AI Interaction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Sociotechnical governance frameworks for multi-phase AI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Practical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For Founding Teams: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Usable protocols, checklists, templates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For AI Platforms (Flash):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Pre-commitment interface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Structured report navigator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Conversation logging + team review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Decision documentation templates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For Investors &amp; Accelerators: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Due diligence on decision processes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Training curricula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Timeline (36 Months)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Year 1: Foundation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Literature, ethics, Phase I qualitative work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Instrument development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Year 2: Testing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Phase II experiments (80 teams)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Phase III survey deployment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Year 3: Analysis &amp; Writing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Outcome data, statistical analysis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Tool development, dissertation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Publications: 3-4 papers (qual, experimental, field study)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9144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</a:defRPr>
            </a:pPr>
            <a: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9056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i="1">
                <a:solidFill>
                  <a:srgbClr val="595959"/>
                </a:solidFill>
              </a:defRPr>
            </a:pPr>
            <a:r>
              <a:t>AI tools for strategic decisions are proliferating. The question is shifting from 'what does the AI say?' to 'how do we decide what to do about what the AI says?'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905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70C0"/>
                </a:solidFill>
              </a:defRPr>
            </a:pPr>
            <a:r>
              <a:t>This research provides evidence-based answers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Research Question: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How should founding teams structure decisions with AI forecasts?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Unique Opportunity: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Direct access to Flash CAMP (6,500+ ventures, real outcomes)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Natural experiment at 75-point threshold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Contributions: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Theory: Extend behavioral strategy to AI-augmented teams</a:t>
            </a:r>
          </a:p>
          <a:p>
            <a:pPr lvl="1"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Practice: Usable tools embedded in production platform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Outcome: Evidence-based governance for AI-augmented entrepreneurship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69696"/>
                </a:solidFill>
              </a:defRPr>
            </a:pPr>
            <a:r>
              <a:t>Mr. Syed Faraaz | Nirwan University Jaipur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